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74D54-5E59-4006-BB8A-78EC8EC45ADB}" v="14" dt="2026-03-03T09:40:47.0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ariq Jaldin" userId="9c91d979c665347e" providerId="LiveId" clId="{F0AE7741-4F11-44DD-80AB-A82A34355BAE}"/>
    <pc:docChg chg="modSld">
      <pc:chgData name="Shaariq Jaldin" userId="9c91d979c665347e" providerId="LiveId" clId="{F0AE7741-4F11-44DD-80AB-A82A34355BAE}" dt="2026-03-03T09:40:47.090" v="22" actId="1076"/>
      <pc:docMkLst>
        <pc:docMk/>
      </pc:docMkLst>
      <pc:sldChg chg="addSp modSp mod">
        <pc:chgData name="Shaariq Jaldin" userId="9c91d979c665347e" providerId="LiveId" clId="{F0AE7741-4F11-44DD-80AB-A82A34355BAE}" dt="2026-03-03T09:40:47.090" v="22" actId="1076"/>
        <pc:sldMkLst>
          <pc:docMk/>
          <pc:sldMk cId="3351792657" sldId="256"/>
        </pc:sldMkLst>
        <pc:spChg chg="mod">
          <ac:chgData name="Shaariq Jaldin" userId="9c91d979c665347e" providerId="LiveId" clId="{F0AE7741-4F11-44DD-80AB-A82A34355BAE}" dt="2026-03-03T09:40:31.516" v="17" actId="1076"/>
          <ac:spMkLst>
            <pc:docMk/>
            <pc:sldMk cId="3351792657" sldId="256"/>
            <ac:spMk id="2" creationId="{E99CBD92-E467-234E-FEE2-8A6F6CD30292}"/>
          </ac:spMkLst>
        </pc:spChg>
        <pc:spChg chg="mod">
          <ac:chgData name="Shaariq Jaldin" userId="9c91d979c665347e" providerId="LiveId" clId="{F0AE7741-4F11-44DD-80AB-A82A34355BAE}" dt="2026-03-03T09:37:31.875" v="12" actId="1076"/>
          <ac:spMkLst>
            <pc:docMk/>
            <pc:sldMk cId="3351792657" sldId="256"/>
            <ac:spMk id="3" creationId="{9EECE00A-4A64-2E7D-7458-BC34ABB63C35}"/>
          </ac:spMkLst>
        </pc:spChg>
        <pc:picChg chg="add mod">
          <ac:chgData name="Shaariq Jaldin" userId="9c91d979c665347e" providerId="LiveId" clId="{F0AE7741-4F11-44DD-80AB-A82A34355BAE}" dt="2026-03-03T09:35:09.569" v="1" actId="1076"/>
          <ac:picMkLst>
            <pc:docMk/>
            <pc:sldMk cId="3351792657" sldId="256"/>
            <ac:picMk id="1026" creationId="{EB4F7ED8-3E03-F444-9EB9-C10784974385}"/>
          </ac:picMkLst>
        </pc:picChg>
        <pc:picChg chg="add mod">
          <ac:chgData name="Shaariq Jaldin" userId="9c91d979c665347e" providerId="LiveId" clId="{F0AE7741-4F11-44DD-80AB-A82A34355BAE}" dt="2026-03-03T09:40:43.976" v="20" actId="1076"/>
          <ac:picMkLst>
            <pc:docMk/>
            <pc:sldMk cId="3351792657" sldId="256"/>
            <ac:picMk id="1028" creationId="{EA036722-9DF7-1760-FAEE-6363F703B922}"/>
          </ac:picMkLst>
        </pc:picChg>
        <pc:picChg chg="add mod">
          <ac:chgData name="Shaariq Jaldin" userId="9c91d979c665347e" providerId="LiveId" clId="{F0AE7741-4F11-44DD-80AB-A82A34355BAE}" dt="2026-03-03T09:40:47.090" v="22" actId="1076"/>
          <ac:picMkLst>
            <pc:docMk/>
            <pc:sldMk cId="3351792657" sldId="256"/>
            <ac:picMk id="1030" creationId="{75F475D9-EC3C-7D39-3630-B90E0314E62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BB81-EDBD-6EFC-4F8F-5723F2C0A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37300-D676-4B79-896A-25560FB1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9B6C-7B00-8632-15F5-90606DC7A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3ED49-228B-3A47-4E17-D79BC472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2B8E-4B24-3C82-21FC-FA0EE734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330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1203-9EED-9A3C-1832-A688A698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DF3F2-FA56-AE4C-89F9-35E929F7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55C8A-03CF-9D01-3429-722726357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D8EEB-5E03-7243-AB7E-822FDDD7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E5EF-8987-CCDA-931E-BD37BBA3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090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42D0A-9D89-E60F-FACF-C687D33B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EB694-40FC-26E0-B25D-12A50206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FCAD6-F948-D43C-72AB-B6136F5EF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EE6EA-52F9-D145-8D0D-8E89F170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64935-BC74-C0F8-1924-9EE09205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207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3E21-514E-2717-F30B-E4307B06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E3DBF-3575-78AE-DADF-756380088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78BD2-EEB2-5F1B-FCEF-5E546E947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2F06B-5764-4926-FB08-BE4DCD41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F47D5-AB59-AAAC-EEBB-16AF90D5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BDB2-B684-5089-9A41-B24ED82BF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4740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90D0-1A90-193E-EF3B-FAC1F312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BEF4-5784-1327-DF28-96B5DEBA7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4442-8E61-EB8F-D829-AD8186B7F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2A1165-C7FE-0B71-6D3F-0EF1837B1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B7F15-7FD6-CAAC-A9ED-79F4663F2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483F2D-E642-0E1F-9319-DC084672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F709A-102D-2776-5DC4-72BC054A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46EF1-CBDF-3E67-A46E-89A709B4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6190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176A-42C5-C7BF-7D79-3E16970B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0C007-E570-C1EE-C392-13241DAEA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A0676-68B9-6AA5-1829-FEB3122A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4F339-5650-6227-E0F3-53D2D948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8063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7335D-2D22-8BC3-905A-D799087F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9A6E23-445F-024E-6433-060B4593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0C4A4-BEC6-9C42-B0D1-D0BD308E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6994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7717C-4A34-8911-9C64-61093E04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C4E2-92CD-CACA-76A0-326782D38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61E4C-A364-A511-78FB-9947C90CC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E85AE-125C-D9E1-7B05-4F405107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90BB4-89C2-FCBB-63D2-1C18D31BA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41833-ECC3-DD9D-AC31-596147DB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6728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8FF0-30E0-BA5D-9D13-E92417DE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22B03-C412-8B87-12E2-008F47D41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EC229-C6C9-185C-BD65-BB89EDAC1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3B81-0BB3-32FA-2D4C-C9CA8EB7F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2A4F1-F071-3050-6FE2-F01CE6B9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CFE1F-84D8-2140-20C1-0563B430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6005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BE28D-C028-99CB-80AC-3AD8508A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9E070-CD55-F2C1-32B9-E206858F9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B183-2153-C9EC-30FC-8E68FBFB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4459-6465-1A7A-5CFB-95F7ABD11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4D1E9-4511-D2D1-F44A-36D4B5CB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5358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7ADBA-A803-86BB-0AA7-972F285AB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2EB42A-15E3-DBE2-1753-1538E232D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B5A50-0CB0-DD64-C169-FA1F864C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D0D1-5F58-ADDE-7D72-605BA000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24F8E-AFDF-F9D2-048E-E9FA3D81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2231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8CA09-235F-6F8F-96B2-F64CDCCF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5E3E7-AE2B-604A-6720-633E39A7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75A79-A72D-2837-314D-1653AD88FB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FB61C-F6C6-4C7B-B590-641B481F25A8}" type="datetimeFigureOut">
              <a:rPr lang="en-AE" smtClean="0"/>
              <a:t>03/03/2026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6C323-C45A-A715-9683-A9B0C93C6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6B23D-97EB-A27C-3D1D-9BDF7587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19003-651A-4DA3-BA8C-AAF6488EF14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8947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BD92-E467-234E-FEE2-8A6F6CD30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4830273"/>
            <a:ext cx="9144000" cy="1130557"/>
          </a:xfrm>
        </p:spPr>
        <p:txBody>
          <a:bodyPr/>
          <a:lstStyle/>
          <a:p>
            <a:r>
              <a:rPr lang="en-US" dirty="0"/>
              <a:t>Active Noise Cancelling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CE00A-4A64-2E7D-7458-BC34ABB63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13089" y="5999343"/>
            <a:ext cx="9144000" cy="716039"/>
          </a:xfrm>
        </p:spPr>
        <p:txBody>
          <a:bodyPr/>
          <a:lstStyle/>
          <a:p>
            <a:r>
              <a:rPr lang="en-US" dirty="0"/>
              <a:t>Shaariq Jaldin – Summer Research 2026</a:t>
            </a:r>
            <a:endParaRPr lang="en-AE" dirty="0"/>
          </a:p>
        </p:txBody>
      </p:sp>
      <p:pic>
        <p:nvPicPr>
          <p:cNvPr id="1026" name="Picture 2" descr="Kanye West Meme - Kanye west - discover and share GIFs">
            <a:extLst>
              <a:ext uri="{FF2B5EF4-FFF2-40B4-BE49-F238E27FC236}">
                <a16:creationId xmlns:a16="http://schemas.microsoft.com/office/drawing/2014/main" id="{EB4F7ED8-3E03-F444-9EB9-C10784974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28900"/>
            <a:ext cx="35052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s This Tinnitus? I Notice When I Wear Headphones That I Hear A Ringing ...">
            <a:extLst>
              <a:ext uri="{FF2B5EF4-FFF2-40B4-BE49-F238E27FC236}">
                <a16:creationId xmlns:a16="http://schemas.microsoft.com/office/drawing/2014/main" id="{EA036722-9DF7-1760-FAEE-6363F703B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257" y="0"/>
            <a:ext cx="5961831" cy="421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lock diagram of the multichannel feedback FxNLMS algorithm.">
            <a:extLst>
              <a:ext uri="{FF2B5EF4-FFF2-40B4-BE49-F238E27FC236}">
                <a16:creationId xmlns:a16="http://schemas.microsoft.com/office/drawing/2014/main" id="{75F475D9-EC3C-7D39-3630-B90E0314E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8" y="38367"/>
            <a:ext cx="5935184" cy="2590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792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2A1B-AD18-88ED-6D5B-44A90CD9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5C5F-BD71-2C56-8CDE-59B25F5F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99066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Active Noise Cancelling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Shaariq Jaldin</dc:creator>
  <cp:lastModifiedBy>Shaariq Jaldin</cp:lastModifiedBy>
  <cp:revision>1</cp:revision>
  <dcterms:created xsi:type="dcterms:W3CDTF">2026-02-25T22:10:06Z</dcterms:created>
  <dcterms:modified xsi:type="dcterms:W3CDTF">2026-03-03T09:40:52Z</dcterms:modified>
</cp:coreProperties>
</file>